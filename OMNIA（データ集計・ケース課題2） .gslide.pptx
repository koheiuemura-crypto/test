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e335522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e335522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5a9d5e2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5a9d5e2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5a9d5e2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5a9d5e2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5a9d5e24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5a9d5e24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1c67337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1c67337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olab.research.google.com/drive/13D4qVn6Z3G-tCMq6NsY4vBNOuMIwgNGS#scrollTo=qmZSpkpVtSZ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Mw4zn8QdCor0ALa5u5x_jGbN9HoBVhWVR6Y5_lGeCZk/edit?gid=270722600#gid=270722600" TargetMode="External"/><Relationship Id="rId4" Type="http://schemas.openxmlformats.org/officeDocument/2006/relationships/hyperlink" Target="https://docs.google.com/spreadsheets/d/1UObpi7WVjpxYiybEu999t1VvWv7RWH884CdIjcw4lRI/edit?gid=0#gid=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ja"/>
              <a:t>Assignment(Python)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回答用colab（コピーして使ってください！）：</a:t>
            </a:r>
            <a:r>
              <a:rPr lang="ja" u="sng">
                <a:solidFill>
                  <a:schemeClr val="hlink"/>
                </a:solidFill>
                <a:hlinkClick r:id="rId3"/>
              </a:rPr>
              <a:t>https://colab.research.google.com/drive/13D4qVn6Z3G-tCMq6NsY4vBNOuMIwgNGS#scrollTo=qmZSpkpVtSZd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Assignment(Python)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ja" sz="1300">
                <a:solidFill>
                  <a:schemeClr val="dk1"/>
                </a:solidFill>
              </a:rPr>
              <a:t>課題 1: 複数の日付のデータを一つのデータフレームにまとめる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pd.concat</a:t>
            </a:r>
            <a:r>
              <a:rPr lang="ja" sz="1100">
                <a:solidFill>
                  <a:schemeClr val="dk1"/>
                </a:solidFill>
              </a:rPr>
              <a:t>を</a:t>
            </a:r>
            <a:r>
              <a:rPr lang="ja" sz="1100">
                <a:solidFill>
                  <a:schemeClr val="dk1"/>
                </a:solidFill>
              </a:rPr>
              <a:t>用い</a:t>
            </a:r>
            <a:r>
              <a:rPr lang="ja" sz="1100">
                <a:solidFill>
                  <a:schemeClr val="dk1"/>
                </a:solidFill>
              </a:rPr>
              <a:t>、複数の日付のCSVファイルを1つのデータフレームに統合し、先頭5行を表示してください。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pd.concat</a:t>
            </a:r>
            <a:r>
              <a:rPr lang="ja" sz="1100">
                <a:solidFill>
                  <a:schemeClr val="dk1"/>
                </a:solidFill>
              </a:rPr>
              <a:t>,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df.head()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2: データの重複行を削除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データフレームに重複した行があるか確認し、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drop_duplicates</a:t>
            </a:r>
            <a:r>
              <a:rPr lang="ja" sz="1100">
                <a:solidFill>
                  <a:schemeClr val="dk1"/>
                </a:solidFill>
              </a:rPr>
              <a:t>を用いて削除</a:t>
            </a:r>
            <a:r>
              <a:rPr lang="ja" sz="1100">
                <a:solidFill>
                  <a:schemeClr val="dk1"/>
                </a:solidFill>
              </a:rPr>
              <a:t>し</a:t>
            </a:r>
            <a:r>
              <a:rPr lang="ja" sz="1100">
                <a:solidFill>
                  <a:schemeClr val="dk1"/>
                </a:solidFill>
              </a:rPr>
              <a:t>てください。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drop_duplicates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3: データをマージする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merge</a:t>
            </a:r>
            <a:r>
              <a:rPr lang="ja" sz="1100">
                <a:solidFill>
                  <a:schemeClr val="dk1"/>
                </a:solidFill>
              </a:rPr>
              <a:t>関数</a:t>
            </a:r>
            <a:r>
              <a:rPr lang="ja" sz="1100">
                <a:solidFill>
                  <a:schemeClr val="dk1"/>
                </a:solidFill>
              </a:rPr>
              <a:t>を用い、全てのデータを一つのデータフレームにマージしてください。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pd.merge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4: データをフィルターして抽出する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スタンバイエリアの注文データと、テイクアウトの注文データと、予約注文のデータをのぞいて分析するため、フィルターしてください。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ja"/>
              <a:t>Assignment(Python)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300">
                <a:solidFill>
                  <a:schemeClr val="dk1"/>
                </a:solidFill>
              </a:rPr>
              <a:t>課題 5: データを整形する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関数を作成して</a:t>
            </a:r>
            <a:r>
              <a:rPr lang="ja" sz="1100">
                <a:solidFill>
                  <a:schemeClr val="dk1"/>
                </a:solidFill>
              </a:rPr>
              <a:t>UNIXTIMEを時間表記にし、さらにカラム名をリネームしてください。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rename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6: for文を使ってループ処理をする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for文</a:t>
            </a:r>
            <a:r>
              <a:rPr lang="ja" sz="1100">
                <a:solidFill>
                  <a:schemeClr val="dk1"/>
                </a:solidFill>
              </a:rPr>
              <a:t>を使って時間が入っているカラムをすべて日付型（datetime64）に変換する。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for文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7: 遅延している注文の割合を集計する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latest_delivery_dateよりも配達完了が遅れてしまった注文を「遅延」として、遅延率を各日付毎で集計する。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8: 遅延の要因分析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遅延のそれぞれの工程でどこに時間がかかっているかを集計し、遅延した注文において、どの工程で時間がかかってしまっていたかを分析する。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ja"/>
              <a:t>Assignment(Python＆スプレッドシート)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300">
                <a:solidFill>
                  <a:schemeClr val="dk1"/>
                </a:solidFill>
              </a:rPr>
              <a:t>課題 9: スプレッドシートへのデータ抽出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課題 8で整形したデータを下記スプレッドシートの「Update」に抽出してください。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ja" sz="1100">
                <a:solidFill>
                  <a:schemeClr val="dk1"/>
                </a:solidFill>
              </a:rPr>
              <a:t>シートリンク：</a:t>
            </a:r>
            <a:r>
              <a:rPr lang="ja" sz="1100" u="sng">
                <a:solidFill>
                  <a:schemeClr val="hlink"/>
                </a:solidFill>
                <a:hlinkClick r:id="rId3"/>
              </a:rPr>
              <a:t>https://docs.google.com/spreadsheets/d/1Mw4zn8QdCor0ALa5u5x_jGbN9HoBVhWVR6Y5_lGeCZk/edit?gid=270722600#gid=270722600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ja" sz="1100">
                <a:solidFill>
                  <a:schemeClr val="dk1"/>
                </a:solidFill>
              </a:rPr>
              <a:t>関数: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gspread</a:t>
            </a:r>
            <a:r>
              <a:rPr lang="j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関連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10: 運用ルール習得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000">
                <a:solidFill>
                  <a:schemeClr val="dk1"/>
                </a:solidFill>
              </a:rPr>
              <a:t>「</a:t>
            </a:r>
            <a:r>
              <a:rPr lang="ja" sz="1000" u="sng">
                <a:solidFill>
                  <a:schemeClr val="hlink"/>
                </a:solidFill>
                <a:hlinkClick r:id="rId4"/>
              </a:rPr>
              <a:t>menu事業開発チーム_スプレッドシート運用ルール_shared</a:t>
            </a:r>
            <a:r>
              <a:rPr lang="ja" sz="1000">
                <a:solidFill>
                  <a:schemeClr val="dk1"/>
                </a:solidFill>
              </a:rPr>
              <a:t>」を読んで、事業開発で共有されているスプレッドシート運用のルールを覚えよう。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11: スプレッドシートの関数を覚えよう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000">
                <a:solidFill>
                  <a:schemeClr val="dk1"/>
                </a:solidFill>
              </a:rPr>
              <a:t>colabでおこなったことをシートでもできるようになろう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ja" sz="1000">
                <a:solidFill>
                  <a:schemeClr val="dk1"/>
                </a:solidFill>
              </a:rPr>
              <a:t>「Update」に吐き出されているデータを、課題8の整形前のデータを「Update_元データ」に抽出し、そこから関数で整形してみよう。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ja"/>
              <a:t>Assignment(Python＆スプレッドシート)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12: スプレッドシートの関数を覚えよう2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000">
                <a:solidFill>
                  <a:schemeClr val="dk1"/>
                </a:solidFill>
              </a:rPr>
              <a:t>各driver_idごとの、配達件数、合計のピックアップ時間、合計の配達時間を出そう。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chemeClr val="dk1"/>
                </a:solidFill>
              </a:rPr>
              <a:t>課題 13: スプレッドシートの関数を覚えよう3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要件: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000">
                <a:solidFill>
                  <a:schemeClr val="dk1"/>
                </a:solidFill>
              </a:rPr>
              <a:t>どの時間帯で一番マッチングに時間がかかったか見てみよう。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ja" sz="1000">
                <a:solidFill>
                  <a:schemeClr val="dk1"/>
                </a:solidFill>
              </a:rPr>
              <a:t>※普段の分析業務においても、「まずは全体から異常を検知し、その後構造的に細分化し、原因を特定しにいく、その後N=1で見て、リアルに何が起こっているのかを特定し仮説を立てる、更に全体に戻ってそれがどれくらいの影響を与えているのか、それを改善したらどれくらいのインパクトがあるか、を見る。」の繰り返しです！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